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6200438" cy="215995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567B06D0-9F99-43C4-9CD0-0F67B66C2177}">
          <p14:sldIdLst/>
        </p14:section>
        <p14:section name="Section sans titre" id="{9AFA4C19-A31B-415D-9705-285A683A5E6B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F"/>
    <a:srgbClr val="BDF2FF"/>
    <a:srgbClr val="FFFFFF"/>
    <a:srgbClr val="FFCC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32" autoAdjust="0"/>
    <p:restoredTop sz="94660"/>
  </p:normalViewPr>
  <p:slideViewPr>
    <p:cSldViewPr snapToGrid="0">
      <p:cViewPr varScale="1">
        <p:scale>
          <a:sx n="38" d="100"/>
          <a:sy n="38" d="100"/>
        </p:scale>
        <p:origin x="2976" y="22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5033" y="3534924"/>
            <a:ext cx="13770372" cy="7519835"/>
          </a:xfrm>
        </p:spPr>
        <p:txBody>
          <a:bodyPr anchor="b"/>
          <a:lstStyle>
            <a:lvl1pPr algn="ctr">
              <a:defRPr sz="1063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5056" y="11344752"/>
            <a:ext cx="12150329" cy="5214884"/>
          </a:xfrm>
        </p:spPr>
        <p:txBody>
          <a:bodyPr/>
          <a:lstStyle>
            <a:lvl1pPr marL="0" indent="0" algn="ctr">
              <a:buNone/>
              <a:defRPr sz="4252"/>
            </a:lvl1pPr>
            <a:lvl2pPr marL="810021" indent="0" algn="ctr">
              <a:buNone/>
              <a:defRPr sz="3543"/>
            </a:lvl2pPr>
            <a:lvl3pPr marL="1620042" indent="0" algn="ctr">
              <a:buNone/>
              <a:defRPr sz="3189"/>
            </a:lvl3pPr>
            <a:lvl4pPr marL="2430064" indent="0" algn="ctr">
              <a:buNone/>
              <a:defRPr sz="2835"/>
            </a:lvl4pPr>
            <a:lvl5pPr marL="3240085" indent="0" algn="ctr">
              <a:buNone/>
              <a:defRPr sz="2835"/>
            </a:lvl5pPr>
            <a:lvl6pPr marL="4050106" indent="0" algn="ctr">
              <a:buNone/>
              <a:defRPr sz="2835"/>
            </a:lvl6pPr>
            <a:lvl7pPr marL="4860127" indent="0" algn="ctr">
              <a:buNone/>
              <a:defRPr sz="2835"/>
            </a:lvl7pPr>
            <a:lvl8pPr marL="5670149" indent="0" algn="ctr">
              <a:buNone/>
              <a:defRPr sz="2835"/>
            </a:lvl8pPr>
            <a:lvl9pPr marL="6480170" indent="0" algn="ctr">
              <a:buNone/>
              <a:defRPr sz="2835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C5E1B-FA61-4CC8-B9E2-F09E257267D1}" type="datetimeFigureOut">
              <a:rPr lang="en-CA" smtClean="0"/>
              <a:t>2026-05-01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00ACE-27BA-4404-AF90-1D9D017C51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3554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C5E1B-FA61-4CC8-B9E2-F09E257267D1}" type="datetimeFigureOut">
              <a:rPr lang="en-CA" smtClean="0"/>
              <a:t>2026-05-01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00ACE-27BA-4404-AF90-1D9D017C51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61861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5343" y="5384890"/>
            <a:ext cx="13972878" cy="8984801"/>
          </a:xfrm>
        </p:spPr>
        <p:txBody>
          <a:bodyPr anchor="b"/>
          <a:lstStyle>
            <a:lvl1pPr>
              <a:defRPr sz="1063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5343" y="14454690"/>
            <a:ext cx="13972878" cy="4724895"/>
          </a:xfrm>
        </p:spPr>
        <p:txBody>
          <a:bodyPr/>
          <a:lstStyle>
            <a:lvl1pPr marL="0" indent="0">
              <a:buNone/>
              <a:defRPr sz="4252">
                <a:solidFill>
                  <a:schemeClr val="tx1"/>
                </a:solidFill>
              </a:defRPr>
            </a:lvl1pPr>
            <a:lvl2pPr marL="810021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2pPr>
            <a:lvl3pPr marL="1620042" indent="0">
              <a:buNone/>
              <a:defRPr sz="3189">
                <a:solidFill>
                  <a:schemeClr val="tx1">
                    <a:tint val="75000"/>
                  </a:schemeClr>
                </a:solidFill>
              </a:defRPr>
            </a:lvl3pPr>
            <a:lvl4pPr marL="2430064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4pPr>
            <a:lvl5pPr marL="3240085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5pPr>
            <a:lvl6pPr marL="4050106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6pPr>
            <a:lvl7pPr marL="4860127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7pPr>
            <a:lvl8pPr marL="5670149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8pPr>
            <a:lvl9pPr marL="6480170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C5E1B-FA61-4CC8-B9E2-F09E257267D1}" type="datetimeFigureOut">
              <a:rPr lang="en-CA" smtClean="0"/>
              <a:t>2026-05-01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00ACE-27BA-4404-AF90-1D9D017C51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62572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3780" y="5749874"/>
            <a:ext cx="6885186" cy="137047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01472" y="5749874"/>
            <a:ext cx="6885186" cy="137047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C5E1B-FA61-4CC8-B9E2-F09E257267D1}" type="datetimeFigureOut">
              <a:rPr lang="en-CA" smtClean="0"/>
              <a:t>2026-05-01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00ACE-27BA-4404-AF90-1D9D017C51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8858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0" y="1149979"/>
            <a:ext cx="13972878" cy="417491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5892" y="5294887"/>
            <a:ext cx="6853544" cy="2594941"/>
          </a:xfrm>
        </p:spPr>
        <p:txBody>
          <a:bodyPr anchor="b"/>
          <a:lstStyle>
            <a:lvl1pPr marL="0" indent="0">
              <a:buNone/>
              <a:defRPr sz="4252" b="1"/>
            </a:lvl1pPr>
            <a:lvl2pPr marL="810021" indent="0">
              <a:buNone/>
              <a:defRPr sz="3543" b="1"/>
            </a:lvl2pPr>
            <a:lvl3pPr marL="1620042" indent="0">
              <a:buNone/>
              <a:defRPr sz="3189" b="1"/>
            </a:lvl3pPr>
            <a:lvl4pPr marL="2430064" indent="0">
              <a:buNone/>
              <a:defRPr sz="2835" b="1"/>
            </a:lvl4pPr>
            <a:lvl5pPr marL="3240085" indent="0">
              <a:buNone/>
              <a:defRPr sz="2835" b="1"/>
            </a:lvl5pPr>
            <a:lvl6pPr marL="4050106" indent="0">
              <a:buNone/>
              <a:defRPr sz="2835" b="1"/>
            </a:lvl6pPr>
            <a:lvl7pPr marL="4860127" indent="0">
              <a:buNone/>
              <a:defRPr sz="2835" b="1"/>
            </a:lvl7pPr>
            <a:lvl8pPr marL="5670149" indent="0">
              <a:buNone/>
              <a:defRPr sz="2835" b="1"/>
            </a:lvl8pPr>
            <a:lvl9pPr marL="6480170" indent="0">
              <a:buNone/>
              <a:defRPr sz="2835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5892" y="7889827"/>
            <a:ext cx="6853544" cy="1160474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01473" y="5294887"/>
            <a:ext cx="6887296" cy="2594941"/>
          </a:xfrm>
        </p:spPr>
        <p:txBody>
          <a:bodyPr anchor="b"/>
          <a:lstStyle>
            <a:lvl1pPr marL="0" indent="0">
              <a:buNone/>
              <a:defRPr sz="4252" b="1"/>
            </a:lvl1pPr>
            <a:lvl2pPr marL="810021" indent="0">
              <a:buNone/>
              <a:defRPr sz="3543" b="1"/>
            </a:lvl2pPr>
            <a:lvl3pPr marL="1620042" indent="0">
              <a:buNone/>
              <a:defRPr sz="3189" b="1"/>
            </a:lvl3pPr>
            <a:lvl4pPr marL="2430064" indent="0">
              <a:buNone/>
              <a:defRPr sz="2835" b="1"/>
            </a:lvl4pPr>
            <a:lvl5pPr marL="3240085" indent="0">
              <a:buNone/>
              <a:defRPr sz="2835" b="1"/>
            </a:lvl5pPr>
            <a:lvl6pPr marL="4050106" indent="0">
              <a:buNone/>
              <a:defRPr sz="2835" b="1"/>
            </a:lvl6pPr>
            <a:lvl7pPr marL="4860127" indent="0">
              <a:buNone/>
              <a:defRPr sz="2835" b="1"/>
            </a:lvl7pPr>
            <a:lvl8pPr marL="5670149" indent="0">
              <a:buNone/>
              <a:defRPr sz="2835" b="1"/>
            </a:lvl8pPr>
            <a:lvl9pPr marL="6480170" indent="0">
              <a:buNone/>
              <a:defRPr sz="2835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01473" y="7889827"/>
            <a:ext cx="6887296" cy="1160474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C5E1B-FA61-4CC8-B9E2-F09E257267D1}" type="datetimeFigureOut">
              <a:rPr lang="en-CA" smtClean="0"/>
              <a:t>2026-05-01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00ACE-27BA-4404-AF90-1D9D017C51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31756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C5E1B-FA61-4CC8-B9E2-F09E257267D1}" type="datetimeFigureOut">
              <a:rPr lang="en-CA" smtClean="0"/>
              <a:t>2026-05-01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00ACE-27BA-4404-AF90-1D9D017C51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95241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C5E1B-FA61-4CC8-B9E2-F09E257267D1}" type="datetimeFigureOut">
              <a:rPr lang="en-CA" smtClean="0"/>
              <a:t>2026-05-01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00ACE-27BA-4404-AF90-1D9D017C51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0698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0" y="1439970"/>
            <a:ext cx="5225063" cy="5039889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7296" y="3109937"/>
            <a:ext cx="8201472" cy="15349662"/>
          </a:xfrm>
        </p:spPr>
        <p:txBody>
          <a:bodyPr/>
          <a:lstStyle>
            <a:lvl1pPr>
              <a:defRPr sz="5669"/>
            </a:lvl1pPr>
            <a:lvl2pPr>
              <a:defRPr sz="4961"/>
            </a:lvl2pPr>
            <a:lvl3pPr>
              <a:defRPr sz="4252"/>
            </a:lvl3pPr>
            <a:lvl4pPr>
              <a:defRPr sz="3543"/>
            </a:lvl4pPr>
            <a:lvl5pPr>
              <a:defRPr sz="3543"/>
            </a:lvl5pPr>
            <a:lvl6pPr>
              <a:defRPr sz="3543"/>
            </a:lvl6pPr>
            <a:lvl7pPr>
              <a:defRPr sz="3543"/>
            </a:lvl7pPr>
            <a:lvl8pPr>
              <a:defRPr sz="3543"/>
            </a:lvl8pPr>
            <a:lvl9pPr>
              <a:defRPr sz="3543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890" y="6479857"/>
            <a:ext cx="5225063" cy="12004738"/>
          </a:xfrm>
        </p:spPr>
        <p:txBody>
          <a:bodyPr/>
          <a:lstStyle>
            <a:lvl1pPr marL="0" indent="0">
              <a:buNone/>
              <a:defRPr sz="2835"/>
            </a:lvl1pPr>
            <a:lvl2pPr marL="810021" indent="0">
              <a:buNone/>
              <a:defRPr sz="2480"/>
            </a:lvl2pPr>
            <a:lvl3pPr marL="1620042" indent="0">
              <a:buNone/>
              <a:defRPr sz="2126"/>
            </a:lvl3pPr>
            <a:lvl4pPr marL="2430064" indent="0">
              <a:buNone/>
              <a:defRPr sz="1772"/>
            </a:lvl4pPr>
            <a:lvl5pPr marL="3240085" indent="0">
              <a:buNone/>
              <a:defRPr sz="1772"/>
            </a:lvl5pPr>
            <a:lvl6pPr marL="4050106" indent="0">
              <a:buNone/>
              <a:defRPr sz="1772"/>
            </a:lvl6pPr>
            <a:lvl7pPr marL="4860127" indent="0">
              <a:buNone/>
              <a:defRPr sz="1772"/>
            </a:lvl7pPr>
            <a:lvl8pPr marL="5670149" indent="0">
              <a:buNone/>
              <a:defRPr sz="1772"/>
            </a:lvl8pPr>
            <a:lvl9pPr marL="6480170" indent="0">
              <a:buNone/>
              <a:defRPr sz="177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C5E1B-FA61-4CC8-B9E2-F09E257267D1}" type="datetimeFigureOut">
              <a:rPr lang="en-CA" smtClean="0"/>
              <a:t>2026-05-01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00ACE-27BA-4404-AF90-1D9D017C51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1291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0" y="1439970"/>
            <a:ext cx="5225063" cy="5039889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87296" y="3109937"/>
            <a:ext cx="8201472" cy="15349662"/>
          </a:xfrm>
        </p:spPr>
        <p:txBody>
          <a:bodyPr anchor="t"/>
          <a:lstStyle>
            <a:lvl1pPr marL="0" indent="0">
              <a:buNone/>
              <a:defRPr sz="5669"/>
            </a:lvl1pPr>
            <a:lvl2pPr marL="810021" indent="0">
              <a:buNone/>
              <a:defRPr sz="4961"/>
            </a:lvl2pPr>
            <a:lvl3pPr marL="1620042" indent="0">
              <a:buNone/>
              <a:defRPr sz="4252"/>
            </a:lvl3pPr>
            <a:lvl4pPr marL="2430064" indent="0">
              <a:buNone/>
              <a:defRPr sz="3543"/>
            </a:lvl4pPr>
            <a:lvl5pPr marL="3240085" indent="0">
              <a:buNone/>
              <a:defRPr sz="3543"/>
            </a:lvl5pPr>
            <a:lvl6pPr marL="4050106" indent="0">
              <a:buNone/>
              <a:defRPr sz="3543"/>
            </a:lvl6pPr>
            <a:lvl7pPr marL="4860127" indent="0">
              <a:buNone/>
              <a:defRPr sz="3543"/>
            </a:lvl7pPr>
            <a:lvl8pPr marL="5670149" indent="0">
              <a:buNone/>
              <a:defRPr sz="3543"/>
            </a:lvl8pPr>
            <a:lvl9pPr marL="6480170" indent="0">
              <a:buNone/>
              <a:defRPr sz="3543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890" y="6479857"/>
            <a:ext cx="5225063" cy="12004738"/>
          </a:xfrm>
        </p:spPr>
        <p:txBody>
          <a:bodyPr/>
          <a:lstStyle>
            <a:lvl1pPr marL="0" indent="0">
              <a:buNone/>
              <a:defRPr sz="2835"/>
            </a:lvl1pPr>
            <a:lvl2pPr marL="810021" indent="0">
              <a:buNone/>
              <a:defRPr sz="2480"/>
            </a:lvl2pPr>
            <a:lvl3pPr marL="1620042" indent="0">
              <a:buNone/>
              <a:defRPr sz="2126"/>
            </a:lvl3pPr>
            <a:lvl4pPr marL="2430064" indent="0">
              <a:buNone/>
              <a:defRPr sz="1772"/>
            </a:lvl4pPr>
            <a:lvl5pPr marL="3240085" indent="0">
              <a:buNone/>
              <a:defRPr sz="1772"/>
            </a:lvl5pPr>
            <a:lvl6pPr marL="4050106" indent="0">
              <a:buNone/>
              <a:defRPr sz="1772"/>
            </a:lvl6pPr>
            <a:lvl7pPr marL="4860127" indent="0">
              <a:buNone/>
              <a:defRPr sz="1772"/>
            </a:lvl7pPr>
            <a:lvl8pPr marL="5670149" indent="0">
              <a:buNone/>
              <a:defRPr sz="1772"/>
            </a:lvl8pPr>
            <a:lvl9pPr marL="6480170" indent="0">
              <a:buNone/>
              <a:defRPr sz="177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C5E1B-FA61-4CC8-B9E2-F09E257267D1}" type="datetimeFigureOut">
              <a:rPr lang="en-CA" smtClean="0"/>
              <a:t>2026-05-01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00ACE-27BA-4404-AF90-1D9D017C51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24796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C5E1B-FA61-4CC8-B9E2-F09E257267D1}" type="datetimeFigureOut">
              <a:rPr lang="en-CA" smtClean="0"/>
              <a:t>2026-05-01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00ACE-27BA-4404-AF90-1D9D017C51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7031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93441" y="1149977"/>
            <a:ext cx="3493219" cy="18304599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782" y="1149977"/>
            <a:ext cx="10277153" cy="1830459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C5E1B-FA61-4CC8-B9E2-F09E257267D1}" type="datetimeFigureOut">
              <a:rPr lang="en-CA" smtClean="0"/>
              <a:t>2026-05-01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00ACE-27BA-4404-AF90-1D9D017C51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7294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3780" y="1149979"/>
            <a:ext cx="13972878" cy="4174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780" y="5749874"/>
            <a:ext cx="13972878" cy="13704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3781" y="20019566"/>
            <a:ext cx="3645099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C5E1B-FA61-4CC8-B9E2-F09E257267D1}" type="datetimeFigureOut">
              <a:rPr lang="en-CA" smtClean="0"/>
              <a:t>2026-05-01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66395" y="20019566"/>
            <a:ext cx="5467648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1560" y="20019566"/>
            <a:ext cx="3645099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D00ACE-27BA-4404-AF90-1D9D017C51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224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620042" rtl="0" eaLnBrk="1" latinLnBrk="0" hangingPunct="1">
        <a:lnSpc>
          <a:spcPct val="90000"/>
        </a:lnSpc>
        <a:spcBef>
          <a:spcPct val="0"/>
        </a:spcBef>
        <a:buNone/>
        <a:defRPr sz="77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5011" indent="-405011" algn="l" defTabSz="162004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1pPr>
      <a:lvl2pPr marL="1215032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025053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835074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4pPr>
      <a:lvl5pPr marL="3645096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5pPr>
      <a:lvl6pPr marL="4455117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6pPr>
      <a:lvl7pPr marL="5265138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7pPr>
      <a:lvl8pPr marL="6075159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8pPr>
      <a:lvl9pPr marL="6885181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1pPr>
      <a:lvl2pPr marL="810021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2pPr>
      <a:lvl3pPr marL="1620042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3pPr>
      <a:lvl4pPr marL="2430064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4pPr>
      <a:lvl5pPr marL="3240085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5pPr>
      <a:lvl6pPr marL="4050106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6pPr>
      <a:lvl7pPr marL="4860127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7pPr>
      <a:lvl8pPr marL="5670149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8pPr>
      <a:lvl9pPr marL="6480170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texte, capture d’écran, Brochure&#10;&#10;Description générée automatiquement">
            <a:extLst>
              <a:ext uri="{FF2B5EF4-FFF2-40B4-BE49-F238E27FC236}">
                <a16:creationId xmlns:a16="http://schemas.microsoft.com/office/drawing/2014/main" id="{30133260-B87D-C387-03A0-A3F8F133AC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152" y="0"/>
            <a:ext cx="14932134" cy="21123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66348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251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Eithan Kuri</dc:creator>
  <cp:keywords/>
  <dc:description/>
  <cp:lastModifiedBy>Joel Trudeau</cp:lastModifiedBy>
  <cp:revision>21</cp:revision>
  <dcterms:created xsi:type="dcterms:W3CDTF">2024-05-02T01:23:57Z</dcterms:created>
  <dcterms:modified xsi:type="dcterms:W3CDTF">2026-05-01T15:52:37Z</dcterms:modified>
  <cp:category/>
</cp:coreProperties>
</file>